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AgroInduGestor – Dashboard Power BI (Plantilla)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Diseño corporativo · Nautilus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Dashboard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Elementos sugeridos para este dashboard:</a:t>
            </a:r>
          </a:p>
          <a:p>
            <a:pPr lvl="1">
              <a:defRPr sz="1600"/>
            </a:pPr>
            <a:r>
              <a:t>• KPIs globales</a:t>
            </a:r>
          </a:p>
          <a:p>
            <a:pPr lvl="1">
              <a:defRPr sz="1600"/>
            </a:pPr>
            <a:r>
              <a:t>• Producción del día</a:t>
            </a:r>
          </a:p>
          <a:p>
            <a:pPr lvl="1">
              <a:defRPr sz="1600"/>
            </a:pPr>
            <a:r>
              <a:t>• Inventario total</a:t>
            </a:r>
          </a:p>
          <a:p>
            <a:pPr lvl="1">
              <a:defRPr sz="1600"/>
            </a:pPr>
            <a:r>
              <a:t>• Trazabilidad</a:t>
            </a:r>
          </a:p>
          <a:p>
            <a:pPr lvl="1">
              <a:defRPr sz="1600"/>
            </a:pPr>
            <a:r>
              <a:t>• Órdenes activas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Elementos sugeridos para este dashboard:</a:t>
            </a:r>
          </a:p>
          <a:p>
            <a:pPr lvl="1">
              <a:defRPr sz="1600"/>
            </a:pPr>
            <a:r>
              <a:t>• Producción por día/semana</a:t>
            </a:r>
          </a:p>
          <a:p>
            <a:pPr lvl="1">
              <a:defRPr sz="1600"/>
            </a:pPr>
            <a:r>
              <a:t>• Tendencias</a:t>
            </a:r>
          </a:p>
          <a:p>
            <a:pPr lvl="1">
              <a:defRPr sz="1600"/>
            </a:pPr>
            <a:r>
              <a:t>• Rendimiento</a:t>
            </a:r>
          </a:p>
          <a:p>
            <a:pPr lvl="1">
              <a:defRPr sz="1600"/>
            </a:pPr>
            <a:r>
              <a:t>• Cuellos de botella</a:t>
            </a:r>
          </a:p>
          <a:p>
            <a:pPr lvl="1">
              <a:defRPr sz="1600"/>
            </a:pPr>
            <a:r>
              <a:t>• Línea de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Inventarios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Elementos sugeridos para este dashboard:</a:t>
            </a:r>
          </a:p>
          <a:p>
            <a:pPr lvl="1">
              <a:defRPr sz="1600"/>
            </a:pPr>
            <a:r>
              <a:t>• Inventario por tipo</a:t>
            </a:r>
          </a:p>
          <a:p>
            <a:pPr lvl="1">
              <a:defRPr sz="1600"/>
            </a:pPr>
            <a:r>
              <a:t>• Movimientos (entradas/salidas)</a:t>
            </a:r>
          </a:p>
          <a:p>
            <a:pPr lvl="1">
              <a:defRPr sz="1600"/>
            </a:pPr>
            <a:r>
              <a:t>• Estados del inventario</a:t>
            </a:r>
          </a:p>
          <a:p>
            <a:pPr lvl="1">
              <a:defRPr sz="1600"/>
            </a:pPr>
            <a:r>
              <a:t>• Lotes disponibles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Elementos sugeridos para este dashboard:</a:t>
            </a:r>
          </a:p>
          <a:p>
            <a:pPr lvl="1">
              <a:defRPr sz="1600"/>
            </a:pPr>
            <a:r>
              <a:t>• Línea del tiempo por lote</a:t>
            </a:r>
          </a:p>
          <a:p>
            <a:pPr lvl="1">
              <a:defRPr sz="1600"/>
            </a:pPr>
            <a:r>
              <a:t>• Etapas completadas</a:t>
            </a:r>
          </a:p>
          <a:p>
            <a:pPr lvl="1">
              <a:defRPr sz="1600"/>
            </a:pPr>
            <a:r>
              <a:t>• Empleado responsable</a:t>
            </a:r>
          </a:p>
          <a:p>
            <a:pPr lvl="1">
              <a:defRPr sz="1600"/>
            </a:pPr>
            <a:r>
              <a:t>• Calidad por proceso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Clientes · Órdenes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Elementos sugeridos para este dashboard:</a:t>
            </a:r>
          </a:p>
          <a:p>
            <a:pPr lvl="1">
              <a:defRPr sz="1600"/>
            </a:pPr>
            <a:r>
              <a:t>• Órdenes por cliente</a:t>
            </a:r>
          </a:p>
          <a:p>
            <a:pPr lvl="1">
              <a:defRPr sz="1600"/>
            </a:pPr>
            <a:r>
              <a:t>• Estados</a:t>
            </a:r>
          </a:p>
          <a:p>
            <a:pPr lvl="1">
              <a:defRPr sz="1600"/>
            </a:pPr>
            <a:r>
              <a:t>• Tiempos</a:t>
            </a:r>
          </a:p>
          <a:p>
            <a:pPr lvl="1">
              <a:defRPr sz="1600"/>
            </a:pPr>
            <a:r>
              <a:t>• Histórico por cliente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Equipos · Mantenimiento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Elementos sugeridos para este dashboard:</a:t>
            </a:r>
          </a:p>
          <a:p>
            <a:pPr lvl="1">
              <a:defRPr sz="1600"/>
            </a:pPr>
            <a:r>
              <a:t>• Estado de máquinas</a:t>
            </a:r>
          </a:p>
          <a:p>
            <a:pPr lvl="1">
              <a:defRPr sz="1600"/>
            </a:pPr>
            <a:r>
              <a:t>• Uso por equipo</a:t>
            </a:r>
          </a:p>
          <a:p>
            <a:pPr lvl="1">
              <a:defRPr sz="1600"/>
            </a:pPr>
            <a:r>
              <a:t>• Paradas</a:t>
            </a:r>
          </a:p>
          <a:p>
            <a:pPr lvl="1">
              <a:defRPr sz="1600"/>
            </a:pPr>
            <a:r>
              <a:t>• Eficiencia OEE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